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8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Recall %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3E0-429A-A096-6A7CE4249C69}"/>
              </c:ext>
            </c:extLst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E0-429A-A096-6A7CE4249C69}"/>
              </c:ext>
            </c:extLst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E0-429A-A096-6A7CE4249C69}"/>
              </c:ext>
            </c:extLst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3E0-429A-A096-6A7CE4249C69}"/>
              </c:ext>
            </c:extLst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3E0-429A-A096-6A7CE4249C6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254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KNN</c:v>
                </c:pt>
                <c:pt idx="4">
                  <c:v>SVM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87.86</c:v>
                </c:pt>
                <c:pt idx="1">
                  <c:v>82.99</c:v>
                </c:pt>
                <c:pt idx="2">
                  <c:v>88.45</c:v>
                </c:pt>
                <c:pt idx="3">
                  <c:v>85.98</c:v>
                </c:pt>
                <c:pt idx="4">
                  <c:v>86.57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3E0-429A-A096-6A7CE4249C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25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"/>
          <c:min val="7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3454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5156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5146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CardioPredict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74320" y="322783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Heart Disease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206240" y="457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206240" y="8229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Islamia University of Bahawalpur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206240" y="120700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206240" y="1664208"/>
            <a:ext cx="438912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06240" y="18105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206240" y="213055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Salman Sarwar  |  F23BARIN1M01045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206240" y="247802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Nadeem  |  F23BARIN1M01025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206240" y="2944368"/>
            <a:ext cx="438912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06240" y="3090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06240" y="34107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Marrium Aslam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206240" y="38862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Artificial Intelligence  (2023-2027)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0515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Killer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11480" y="2423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is the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 death worldwide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868680"/>
            <a:ext cx="265176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0515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337560" y="2423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cardiologists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many parts of the world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72200" y="868680"/>
            <a:ext cx="265176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0515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263640" y="2423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CardioPredict gives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instant AI predictions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CardioPredict is a web app that lets doctors check patient heart disease risk instantly.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Cleveland Heart Disease Dataset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55448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325880"/>
            <a:ext cx="155448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103120" y="1874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Found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1325880"/>
            <a:ext cx="155448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1874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Records Used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cleaning, class balance was 54% vs 46% - no resampling needed.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(13 inputs + 1 target)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33756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Chest Pain Type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BP, Cholesterol, Fasting Blood Sugar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ECG, Max Heart Rate, Exercise Angina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Depression, Slope, Major Vessels, Thalassemia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0 = No Disease,  1 = Disease</a:t>
            </a:r>
            <a:endParaRPr lang="en-US" sz="1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188720"/>
            <a:ext cx="1371600" cy="1371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669280" y="2834640"/>
            <a:ext cx="1554480" cy="822960"/>
          </a:xfrm>
          <a:prstGeom prst="rect">
            <a:avLst/>
          </a:prstGeom>
          <a:solidFill>
            <a:srgbClr val="0077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rows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15200" y="2834640"/>
            <a:ext cx="1554480" cy="82296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rows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 Recall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4300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7772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Summary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188720"/>
          <a:ext cx="3108960" cy="2194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Log.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Dec.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Rnd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86.57%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760720" y="3931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selected: highest recall (88.45%) with lowest variance (4.81%)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92024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229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80.33%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777240"/>
            <a:ext cx="192024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229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74.29%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777240"/>
            <a:ext cx="192024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8229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89.66%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508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777240"/>
            <a:ext cx="192024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8229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508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8503920" cy="457200"/>
          </a:xfrm>
          <a:prstGeom prst="rect">
            <a:avLst/>
          </a:prstGeom>
          <a:solidFill>
            <a:srgbClr val="E8F4FD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945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Validation Recall: 88.45%  |  Std Dev: 4.81%  (5-fold)</a:t>
            </a:r>
            <a:endParaRPr lang="en-US" sz="14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2788920"/>
            <a:ext cx="5029200" cy="2103120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83464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12648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Heart Disease Detected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3375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648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Detected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669280" y="3886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Patient role-based access.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include clinical disclaimer.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2344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Model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60120" y="161848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gave the best recall (88.45%) with consistent cross validation results.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23444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57800" y="12344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Tool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257800" y="161848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can use CardioPredict directly without any technical background.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8892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7889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60120" y="317296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302 unique records after cleaning. A larger dataset would improve reliability.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788920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57800" y="27889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5257800" y="317296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Streamlit, Scikit-learn, Random Forest deployed as a web application.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1420"/>
          </a:solidFill>
          <a:ln w="12700">
            <a:solidFill>
              <a:srgbClr val="06142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365760" y="4736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Salman Sarwar  |  Muhammad Nadeem  |  Bachelor of AI  |  IUB Bahawalpur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370</Words>
  <Application>Microsoft Office PowerPoint</Application>
  <PresentationFormat>On-screen Show (16:9)</PresentationFormat>
  <Paragraphs>95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CardioPredict</dc:title>
  <dc:subject>PptxGenJS Presentation</dc:subject>
  <dc:creator>Salman Sarwar &amp; Muhammad Nadeem</dc:creator>
  <cp:lastModifiedBy>work22095@gmail.com</cp:lastModifiedBy>
  <cp:revision>6</cp:revision>
  <dcterms:created xsi:type="dcterms:W3CDTF">2026-06-01T07:03:30Z</dcterms:created>
  <dcterms:modified xsi:type="dcterms:W3CDTF">2026-06-01T07:10:28Z</dcterms:modified>
</cp:coreProperties>
</file>